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1A1315-B5A0-45DB-AE8D-44590901EDDB}" v="24" dt="2026-06-12T02:31:45.7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0E630-7F9F-4C4E-89BB-2ADE9062391A}" type="datetimeFigureOut">
              <a:t>11/06/2026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35CCBF-73DB-4E06-B978-D7BD66F960BE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5899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754880"/>
            <a:ext cx="3657600" cy="365760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GERENCIAMENTO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Academia &amp; Planos de Treino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Desenvolvido</a:t>
            </a:r>
            <a:r>
              <a:rPr lang="en-US" sz="16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16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Java com </a:t>
            </a:r>
            <a:r>
              <a:rPr lang="en-US" sz="16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persistência</a:t>
            </a:r>
            <a:r>
              <a:rPr lang="en-US" sz="16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16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MySQL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Projeto</a:t>
            </a:r>
            <a:r>
              <a:rPr lang="en-US" sz="16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Acadêmico</a:t>
            </a:r>
            <a:r>
              <a:rPr lang="en-US" sz="16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- Av2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Sistema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4F8F1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508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Alunos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Cadastro, busca, alteração e exclusão de alunos com matrícula, CPF e dados pessoais.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4F8F1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5544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223760" y="1508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Professores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20116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professores responsáveis pelos planos de treino, com CREF e especialidade.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4F8F1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886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Planos de Treino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3891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Vinculação de exercícios a alunos, com cálculo automático de valores.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6576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4F8F1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393192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23760" y="3886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Pagamentos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43891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Dinheiro, Pix, Cartão de Crédito e Débito, com validação por forma de pagamento.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do Sistema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em camadas, separando interface, regras de negócio e persistência de dados.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26080" y="15544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Swing (GuiLogin, GuiMenuPrincipal, GuiCadastroAluno, GuiPagamento...)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06440" y="2468880"/>
            <a:ext cx="0" cy="0"/>
          </a:xfrm>
          <a:prstGeom prst="ellipse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548640" y="2697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97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26080" y="26974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de domínio (Aluno, Professor, PlanoTreino, Pagamento, Exercícios...)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06440" y="3611880"/>
            <a:ext cx="0" cy="0"/>
          </a:xfrm>
          <a:prstGeom prst="ellipse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548640" y="3840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5E8C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40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26080" y="38404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dados (AlunoDAO, PagamentoDAO, LoginDAO, ProfessorDAO...)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06440" y="4754880"/>
            <a:ext cx="0" cy="0"/>
          </a:xfrm>
          <a:prstGeom prst="ellipse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548640" y="4983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B3A1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83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926080" y="49834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relacional - persistência das informações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Tela de Login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66928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63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informa código e senha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busca o login no banco via LoginDAO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senha é validada por hash (Login.validarLogin)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válido, abre o Menu Principal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contrário, exibe mensagem de erro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0" y="1188720"/>
            <a:ext cx="53035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images/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395" y="2377440"/>
            <a:ext cx="2630091" cy="2148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4846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GuiLogin em execução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Principal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o login, o usuário acessa o menu principal com as opções organizadas por categoria.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4F8F1"/>
          </a:solidFill>
          <a:ln/>
        </p:spPr>
      </p:sp>
      <p:pic>
        <p:nvPicPr>
          <p:cNvPr id="5" name="Image 0" descr="images/menu_arqu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584" y="1691640"/>
            <a:ext cx="2053073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383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Arquivo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17920" y="150876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4F8F1"/>
          </a:solidFill>
          <a:ln/>
        </p:spPr>
      </p:sp>
      <p:pic>
        <p:nvPicPr>
          <p:cNvPr id="8" name="Image 1" descr="images/menu_alu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620" y="1691640"/>
            <a:ext cx="2081561" cy="1463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3383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Aluno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397764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4F8F1"/>
          </a:solidFill>
          <a:ln/>
        </p:spPr>
      </p:sp>
      <p:pic>
        <p:nvPicPr>
          <p:cNvPr id="11" name="Image 2" descr="images/menu_profess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674" y="4160520"/>
            <a:ext cx="2124891" cy="1463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5852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Professor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217920" y="397764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4F8F1"/>
          </a:solidFill>
          <a:ln/>
        </p:spPr>
      </p:sp>
      <p:pic>
        <p:nvPicPr>
          <p:cNvPr id="14" name="Image 3" descr="images/menu_aju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1320" y="4160520"/>
            <a:ext cx="2108160" cy="1463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7920" y="5852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Ajuda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Cadastro de Aluno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8521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Operações disponíveis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5394960" cy="3200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Salvar 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insere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um novo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aluno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AlunoDAO.atualizar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/ INCLUSAO)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Buscar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 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localiza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aluno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pela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matrícula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preenche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campos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Alterar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 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atualiza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dados do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aluno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(ALTERACAO)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Excluir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 - remove o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aluno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após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confirmação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(EXCLUSAO)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Limpar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 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reseta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todos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campos do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formulário</a:t>
            </a:r>
            <a:endParaRPr lang="en-US" sz="14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766560" y="1188720"/>
            <a:ext cx="512064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images/cadastro_alu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669" y="1463040"/>
            <a:ext cx="2954421" cy="2377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0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GuiCadastroAluno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Tela de Pagamento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669280" cy="4937760"/>
          </a:xfrm>
          <a:prstGeom prst="roundRect">
            <a:avLst>
              <a:gd name="adj" fmla="val 1481"/>
            </a:avLst>
          </a:prstGeom>
          <a:solidFill>
            <a:srgbClr val="F4F8F1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63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Formas de pagamento suportadas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512064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Dinheiro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-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pagamento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sempre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válido</a:t>
            </a:r>
            <a:endParaRPr lang="en-US" sz="1400" dirty="0" err="1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Pix 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exige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chave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tipo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chave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(CPF,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telefone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, e-mail...)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Cartão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de Crédito 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bandeira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+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número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parcelas</a:t>
            </a:r>
            <a:endParaRPr lang="en-US" sz="1400" dirty="0" err="1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Cartão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Débito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 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exige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bandeira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cartão</a:t>
            </a:r>
            <a:endParaRPr lang="en-US" sz="14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campos do formulário se adaptam dinamicamente conforme a forma de pagamento selecionada, e o sistema valida e persiste o registro via PagamentoDAO.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1188720"/>
            <a:ext cx="53035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images/pagam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515" y="2194560"/>
            <a:ext cx="3755849" cy="2468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0" y="4846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GuiPagamento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Dados (Hierarquias)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usa herança para organizar Pessoas, Exercícios e Formas de Pagamento.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640080"/>
          </a:xfrm>
          <a:prstGeom prst="roundRect">
            <a:avLst>
              <a:gd name="adj" fmla="val 8571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4F8F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317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(matrícula)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4904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4F8F1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7490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(CREF, especialidade)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508760"/>
            <a:ext cx="3566160" cy="640080"/>
          </a:xfrm>
          <a:prstGeom prst="roundRect">
            <a:avLst>
              <a:gd name="adj" fmla="val 8571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508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Exercicios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63440" y="233172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4F8F1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3317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ExercicioComRepeticao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 exercícios: Supino, Agachamento...)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374904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4F8F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37490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ExercicioComTempo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(Esteira, Bicicleta, Prancha...)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1508760"/>
            <a:ext cx="3566160" cy="640080"/>
          </a:xfrm>
          <a:prstGeom prst="roundRect">
            <a:avLst>
              <a:gd name="adj" fmla="val 8571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508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FormaPagamento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03920" y="233172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4F8F1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23317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Dinheiro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374904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4F8F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37490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 (chave + tipo)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03920" y="516636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4F8F1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0" y="51663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Cartao -&gt; Crédito / Débito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Persistência de Dados (MySQL)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operação da interface é refletida no banco via classes DAO, seguindo o padrão INCLUSAO / ALTERACAO / EXCLUSAO.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pessoais e matrícula dos alunos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pessoais, CREF e especialidade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planoTreino / exerciciosPlanoTreino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de treino e exercícios associados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valor e id do pagamento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formaPagamento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Detalhes da forma de pagamento (Pix, Cartão...)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e hash da senha para autenticação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4114800" cy="411480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Considerações Finais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698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funcional com interface gráfica em Java Swing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completa em MySQL via JDBC e padrão DAO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de classes aplicando herança e polimorfismo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integradas: Login, Menu, Cadastro de Aluno e Pagamento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 colaborativo via GitHub com branches por integrante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Gerenciamento de Academia</dc:title>
  <dc:subject>PptxGenJS Presentation</dc:subject>
  <dc:creator>Equipe Sistema Academia</dc:creator>
  <cp:lastModifiedBy>Equipe Sistema Academia</cp:lastModifiedBy>
  <cp:revision>11</cp:revision>
  <dcterms:created xsi:type="dcterms:W3CDTF">2026-06-12T02:26:51Z</dcterms:created>
  <dcterms:modified xsi:type="dcterms:W3CDTF">2026-06-12T02:32:47Z</dcterms:modified>
</cp:coreProperties>
</file>